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开场：停在首页，不要先点进去。金句：不是聊天框里塞一段字，而是把家里的事摊开给人看。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控场：时间不够砍会员场；保底三场档案、方案、老照片。模型慢超过 8 秒改点宫格出本地卡。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开场：这是长者端首页。模型流式回复，结构化内容用 A2UI 卡片来画。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点按钮就是下一句问话，对话连续往下走。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档案是现状，方案是节奏。主按钮接到真实页面，不是空按钮。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需供匹配：健康解读和商品供给在同一条对话里接上。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关节友好的慢节奏活动，和她的降压计划对得上。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让照片动起来 5 到 8 秒，关闭回到对话。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可压缩。超时砍掉本场。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模型在线就流式出 A2UI；断网也有本地演示卡。老人始终停在首页。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口诀：档案看清，方案做成，商品配上，活动出门，照片回家。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44584" y="283464"/>
            <a:ext cx="2629463" cy="560527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892A"/>
                </a:solidFill>
                <a:latin typeface="PingFang SC"/>
                <a:ea typeface="PingFang SC"/>
              </a:rPr>
              <a:t>康养长者端  ·  路演演示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小福首页对话动线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8D8B8"/>
                </a:solidFill>
                <a:latin typeface="PingFang SC"/>
                <a:ea typeface="PingFang SC"/>
              </a:rPr>
              <a:t>不跳转 AI 页 · 同一屏完成「看清 → 做成 → 配上 → 出门 → 回家」
A2UI 卡片：有图、有文、有图表，按钮接到真实页面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A1C12"/>
                </a:solidFill>
                <a:latin typeface="PingFang SC"/>
                <a:ea typeface="PingFang SC"/>
              </a:rPr>
              <a:t>演示人物：林淑芬  ·  68 岁  ·  高血压 / 糖尿病前期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1264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2A1C12"/>
                </a:solidFill>
                <a:latin typeface="PingFang SC"/>
                <a:ea typeface="PingFang SC"/>
              </a:rPr>
              <a:t>时长 8–10 分钟</a:t>
            </a:r>
          </a:p>
        </p:txBody>
      </p:sp>
      <p:pic>
        <p:nvPicPr>
          <p:cNvPr id="9" name="Picture 8" descr="0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320040"/>
            <a:ext cx="255631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演示动线总览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A7A66"/>
                </a:solidFill>
                <a:latin typeface="PingFang SC"/>
                <a:ea typeface="PingFang SC"/>
              </a:rPr>
              <a:t>一条对话，六场戏。顺序不要打乱：档案看清 → 方案做成 → 商品配上 → 活动出门 → 照片回家。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01  开场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停在首页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点明：同一屏对话，不出首页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4300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5272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02  健康档案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6459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打开我的健康档案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图+指标+血糖柱状图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4300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25272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03  健康方案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看看我的健康方案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折线+进度，点进方案页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14300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25272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04  商品匹配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6459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推荐居家血压计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2316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商品卡，点「问问怎么用」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61188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2160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05  社区活动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1480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点「邻里暖心」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9204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太极班报名热度图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61188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72160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06  怀旧时光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11480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点「老照片」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89204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让照片动起来 5–8 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1188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72160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07  会员权益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我的钻石会员权益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9204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可压缩；积分柱状图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611880"/>
            <a:ext cx="2743200" cy="219456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721608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08  收束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11480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2B1F"/>
                </a:solidFill>
                <a:latin typeface="PingFang SC"/>
                <a:ea typeface="PingFang SC"/>
              </a:rPr>
              <a:t>操作
停在档案/方案卡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892040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看点
看清 · 做成 · 留住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" y="92354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开场  ·  40 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749807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停在首页，先讲清「不出屏」</a:t>
            </a:r>
          </a:p>
        </p:txBody>
      </p:sp>
      <p:pic>
        <p:nvPicPr>
          <p:cNvPr id="8" name="Picture 7" descr="0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2514058" cy="5440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4760" y="1005840"/>
            <a:ext cx="804672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143000"/>
            <a:ext cx="7589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操作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不要先点进去。让评委看见：欢迎语、六宫格、底部输入条都在同一屏。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讲解要点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老人不用学会「打开 AI」，就在首页跟小福说话。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宫格是意图入口：健康看看 / 邻里暖心 / 老照片。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对话开始后，背景功能区整盒上滑，不藏功能。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金句：不是聊天框里塞一段字，而是把家里的事摊开给人看。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下一步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点宫格「健康看看」，或输入「打开我的健康档案」。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95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第一场  ·  90 秒  ·  看清家里的事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健康档案卡  →  完整档案页</a:t>
            </a:r>
          </a:p>
        </p:txBody>
      </p:sp>
      <p:pic>
        <p:nvPicPr>
          <p:cNvPr id="8" name="Picture 7" descr="02-health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2514058" cy="5440680"/>
          </a:xfrm>
          <a:prstGeom prst="rect">
            <a:avLst/>
          </a:prstGeom>
        </p:spPr>
      </p:pic>
      <p:pic>
        <p:nvPicPr>
          <p:cNvPr id="10" name="Picture 9" descr="08-health-record-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914400"/>
            <a:ext cx="2514058" cy="5440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960120"/>
            <a:ext cx="557784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操作：点「健康看看」或输入「打开我的健康档案」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卡片上指着讲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封面是林淑芬本人，不是通用插画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三格：血压 128/76 平稳 · 血糖 6.2 临界 · 心率 72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柱状图：近 7 日空腹血糖，周四 8.2 是高点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进度条：本周达标 85%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一句话：稳定血糖，起夜先开灯防跌倒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按钮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点「解读今日血压」进入追问；点「打开完整档案」跳到右侧真页面。卡片不是死的。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95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第二场  ·  70 秒  ·  从看懂到做成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健康方案卡  →  方案详情页</a:t>
            </a:r>
          </a:p>
        </p:txBody>
      </p:sp>
      <p:pic>
        <p:nvPicPr>
          <p:cNvPr id="8" name="Picture 7" descr="03-health-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2514058" cy="5440680"/>
          </a:xfrm>
          <a:prstGeom prst="rect">
            <a:avLst/>
          </a:prstGeom>
        </p:spPr>
      </p:pic>
      <p:pic>
        <p:nvPicPr>
          <p:cNvPr id="10" name="Picture 9" descr="09-plan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914400"/>
            <a:ext cx="2514058" cy="5440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960120"/>
            <a:ext cx="557784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操作：输入「看看我的健康方案」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讲解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档案是现状，方案是节奏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平稳降压第 5/8 周，进度 67%，连续打卡 6 天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折线：近 7 日收缩压整体往下走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今日任务：量血压、低盐午餐、晚饭后走 20 分钟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主按钮「查看方案」接到真实页面，停 3 秒再回对话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" y="92354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第三场  ·  70 秒  ·  需供匹配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749807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商品卡：把血压计接到这条对话里</a:t>
            </a:r>
          </a:p>
        </p:txBody>
      </p:sp>
      <p:pic>
        <p:nvPicPr>
          <p:cNvPr id="8" name="Picture 7" descr="04-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2514058" cy="5440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4760" y="1005840"/>
            <a:ext cx="804672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143000"/>
            <a:ext cx="7589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操作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输入（完整复制）：推荐一款适合居家测血压的商品，用卡片展示，并给「查看详情」和「问问怎么用」两个按钮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讲解要点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父亲林建国血压偏高，居家要量得准。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臂式智能血压计：图、现价、销量、近 4 周关注度柱状图。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先点「问问怎么用」追问怎么量才准。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再点「查看详情」进商城详情，停 2 秒回来。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健康解读和商品供给在同一条对话里接上。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下一步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若只出文字：再问一遍带「用卡片」；仍失败改问「推荐血压计」。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" y="92354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第四场  ·  50 秒  ·  社区可履约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749807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活动卡：太极晨练班</a:t>
            </a:r>
          </a:p>
        </p:txBody>
      </p:sp>
      <p:pic>
        <p:nvPicPr>
          <p:cNvPr id="8" name="Picture 7" descr="05-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2514058" cy="5440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4760" y="1005840"/>
            <a:ext cx="804672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143000"/>
            <a:ext cx="7589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操作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点宫格「邻里暖心」，或输入「社区有什么活动可以报名」。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讲解要点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周六 7 点社区长廊，步行约 800 米。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已报 18/30，柱状图是近期活动热度。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结束后可测血压，和降压计划对得上。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点「帮我报名」即可，不必走完报名。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下一步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进入第五场：点宫格「老照片」。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95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第五场  ·  60 秒  ·  留住温度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怀旧时光卡  →  老照片动起来</a:t>
            </a:r>
          </a:p>
        </p:txBody>
      </p:sp>
      <p:pic>
        <p:nvPicPr>
          <p:cNvPr id="8" name="Picture 7" descr="06-nostalg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2514058" cy="5440680"/>
          </a:xfrm>
          <a:prstGeom prst="rect">
            <a:avLst/>
          </a:prstGeom>
        </p:spPr>
      </p:pic>
      <p:pic>
        <p:nvPicPr>
          <p:cNvPr id="10" name="Picture 9" descr="10-al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914400"/>
            <a:ext cx="2514058" cy="5440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960120"/>
            <a:ext cx="557784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操作：点宫格「老照片」，或输入「想看怀旧老照片」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讲解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康养不只是血压。1980 年公园合影。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四张缩略图是一家人的时间线。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环形图：回忆影像完成度。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点「让照片动起来」，全屏影像 5–8 秒。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关闭后回到对话原位，滚动位置保持。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金句：子女不在身边时，小福也能把家里的温度递到眼前。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95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" y="877824"/>
            <a:ext cx="2587210" cy="55138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第六场  ·  40 秒  ·  可压缩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会员卡  →  权益页</a:t>
            </a:r>
          </a:p>
        </p:txBody>
      </p:sp>
      <p:pic>
        <p:nvPicPr>
          <p:cNvPr id="8" name="Picture 7" descr="07-memb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2514058" cy="5440680"/>
          </a:xfrm>
          <a:prstGeom prst="rect">
            <a:avLst/>
          </a:prstGeom>
        </p:spPr>
      </p:pic>
      <p:pic>
        <p:nvPicPr>
          <p:cNvPr id="10" name="Picture 9" descr="11-v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914400"/>
            <a:ext cx="2514058" cy="5440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960120"/>
            <a:ext cx="5577840" cy="534924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操作：输入「我的钻石会员权益」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8A4708"/>
                </a:solidFill>
                <a:latin typeface="PingFang SC"/>
                <a:ea typeface="PingFang SC"/>
              </a:rPr>
              <a:t>讲解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钻石会员、积分 1280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本月还剩 2 次免费检测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近 6 月积分柱状图在涨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点「查看权益」进入会员页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2B1F"/>
                </a:solidFill>
                <a:latin typeface="PingFang SC"/>
                <a:ea typeface="PingFang SC"/>
              </a:rPr>
              <a:t>·  老人不用翻「我的」里找权益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300" b="0">
                <a:solidFill>
                  <a:srgbClr val="8A7A66"/>
                </a:solidFill>
                <a:latin typeface="PingFang SC"/>
                <a:ea typeface="PingFang SC"/>
              </a:rPr>
              <a:t>超时就砍掉本场，不影响主线。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4" y="1106424"/>
            <a:ext cx="1636516" cy="34564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15384" y="1106424"/>
            <a:ext cx="1636516" cy="34564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" y="1106424"/>
            <a:ext cx="1636516" cy="3456432"/>
          </a:xfrm>
          <a:prstGeom prst="roundRect">
            <a:avLst/>
          </a:prstGeom>
          <a:noFill/>
          <a:ln w="15875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收束：三条线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A7A66"/>
                </a:solidFill>
                <a:latin typeface="PingFang SC"/>
                <a:ea typeface="PingFang SC"/>
              </a:rPr>
              <a:t>停在档案或方案卡上结束，不要停在空白输入框。</a:t>
            </a:r>
          </a:p>
        </p:txBody>
      </p:sp>
      <p:pic>
        <p:nvPicPr>
          <p:cNvPr id="8" name="Picture 7" descr="02-health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563364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663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A4708"/>
                </a:solidFill>
                <a:latin typeface="PingFang SC"/>
                <a:ea typeface="PingFang SC"/>
              </a:rPr>
              <a:t>一看清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2920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档案、体征、趋势
用卡片而不是长文</a:t>
            </a:r>
          </a:p>
        </p:txBody>
      </p:sp>
      <p:pic>
        <p:nvPicPr>
          <p:cNvPr id="12" name="Picture 11" descr="03-health-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43000"/>
            <a:ext cx="1563364" cy="3383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51960" y="4663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A4708"/>
                </a:solidFill>
                <a:latin typeface="PingFang SC"/>
                <a:ea typeface="PingFang SC"/>
              </a:rPr>
              <a:t>二做成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02920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方案任务、社区活动、血压计
按钮接到真页面</a:t>
            </a:r>
          </a:p>
        </p:txBody>
      </p:sp>
      <p:pic>
        <p:nvPicPr>
          <p:cNvPr id="16" name="Picture 15" descr="06-nostalg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43000"/>
            <a:ext cx="1563364" cy="3383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60" y="4663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A4708"/>
                </a:solidFill>
                <a:latin typeface="PingFang SC"/>
                <a:ea typeface="PingFang SC"/>
              </a:rPr>
              <a:t>三留住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02920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老照片、家人、会员权益
同一条对话里完成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长者端 · 小福 A2UI 对话路演  |  林淑芬档案演示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控场备忘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38560" cy="77724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模型慢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115568"/>
            <a:ext cx="8412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说「小福正在把数据画成卡片」；超过 8 秒点宫格出本地卡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83080"/>
            <a:ext cx="11338560" cy="77724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只出文字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84248"/>
            <a:ext cx="8412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问法加上「用卡片展示」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51760"/>
            <a:ext cx="11338560" cy="77724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卡片被首页挡住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52928"/>
            <a:ext cx="8412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在对话区向上滑，背景功能区会一起上去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20439"/>
            <a:ext cx="11338560" cy="77724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21607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时间不够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21607"/>
            <a:ext cx="8412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砍掉会员场；保底：档案 → 方案 → 老照片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389120"/>
            <a:ext cx="11338560" cy="77724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超过 12 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90288"/>
            <a:ext cx="8412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商品场改口述，不点详情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257800"/>
            <a:ext cx="11338560" cy="777240"/>
          </a:xfrm>
          <a:prstGeom prst="roundRect">
            <a:avLst/>
          </a:prstGeom>
          <a:solidFill>
            <a:srgbClr val="FFFBF4"/>
          </a:solidFill>
          <a:ln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5896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A4708"/>
                </a:solidFill>
                <a:latin typeface="PingFang SC"/>
                <a:ea typeface="PingFang SC"/>
              </a:rPr>
              <a:t>演示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458968"/>
            <a:ext cx="8412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http://127.0.0.1:8091/elder_app.html?v=rich1  （先硬刷新）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1722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892A"/>
                </a:solidFill>
                <a:latin typeface="PingFang SC"/>
                <a:ea typeface="PingFang SC"/>
              </a:rPr>
              <a:t>口诀：档案看清 → 方案做成 → 商品配上 → 活动出门 → 照片回家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